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073CE-E07A-A9C8-F636-15E6B71AD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09CDB-12FB-6D67-F8FD-22B33C086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A72CD-BBA2-D714-95FC-7BE5E50C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0D477-5732-38E1-DFA6-F3D3A73C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91CB1-8DC8-23F9-F1C2-4CB6F5BA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9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458F-E3CD-FD89-1D36-7DB67A21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BC03-2231-38A0-5B54-10A2F4202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D5C6-83ED-DC13-5C4B-953187AA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F9FFD-181F-B3F8-97D7-4C3037C2A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3A473-8DE4-2EBA-1B4D-0AD501E4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2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532B-7348-6226-0A55-F3B41F82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DCAA0-FA54-4ADA-F2D4-89600F61F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207B0-C48E-4CC5-7A6B-4A8D2B86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45F2-E47C-BE5F-52CB-43EBA1DA3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D288B-6DB4-5BFB-F976-B43FE6E6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5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B130-6E7D-505E-C88A-FAA70FCAB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B183B-693D-87F9-406E-21D061977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B80A8-5718-BD44-805C-3454A41E2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03D94-FDF8-B9A9-B04D-60B26A35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3B6BF-F02F-E812-19C5-1011F711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1E755-C741-FC4B-8034-0E36EB03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9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EBBA-CAEB-6CC7-06A8-F418CB1D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40532-17D2-C227-64C3-B66ABB7A7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B49A8-AF51-A0C3-D5AA-7A7312BC8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3B2A8-4CBB-B667-2C0D-1A9E97E94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FF2FD-F2B1-4935-F358-3499958BE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51DCA0-390B-2D69-33A9-03DF94E2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32093A-75F9-9012-A71A-8AECFB695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65FC7-37EB-C525-889C-040C35B8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0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DAA7-8A88-6A05-6967-7CF5F47B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78EBD-5966-F17E-8A52-8D951059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31256-FB01-D3A3-773D-E8D8677A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E3FCC-F3CD-6A5B-5BA3-2956D433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2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8B7F4-2339-2055-6879-D044EF9D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E152F-99A3-3B3E-C857-D74D13BA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0BC8B-5A0D-C8A0-15E9-C88AFEF4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7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C6B1-0F39-8165-62A2-2A5BBC1E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63E7-F50B-34EF-C057-600A43E7B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CCF03-4518-E9F6-2738-CF131FBAD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31886-C9F0-E22B-F3B0-D2C8382C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A65E6-0C85-C41F-2B63-DAF3C68B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0CDB6-ABE7-E3F2-6DA0-0376DF0C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6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0102-D9D6-92D3-7997-EFE49869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89CA4-D43A-AFC7-CC4A-C3EFFD931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21D64-9834-7010-F442-B1AF0C339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F2369-C4A8-9A4D-530D-2A4C809F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D1FA1-D7D6-3D31-BE52-357A55F29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79D8A-F38F-7A06-D4D0-2787C64B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2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6CE6-D0B0-A655-26CB-257C9B6AE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3F2EA-2448-C66F-20C1-2B2792ACB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B4DC0-9646-7F0D-3B8D-FA6CEA27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FAE18-07E6-A27C-D651-F2456A0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1AFF2-62F5-88B8-9968-8EB529DB6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8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40D1E-DAB5-41D8-BBF4-1490ED6934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5ECE4-DCE1-3967-C645-2DF992D3D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05C71-D494-5627-39AA-3624FABC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26763-540E-5885-6D08-D0573D5A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A04F8-EE86-1FF0-AA94-20708634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7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31A4D-FF5D-48B6-CA1E-F9F050031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F470C-7A36-B9EB-1C33-7C0203495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501B3-2EE8-5377-7A88-80CACC79A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C02FD-B8F4-47E3-806A-911F224AE4B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2E439-9FA8-1302-5DAC-7E7B2C152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772E2-2102-4802-584B-ECA329761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0468F-07D6-4C93-AF74-B5320928A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3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ACE954-EC5C-1EFE-288C-DE53AEB4C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763" y="3287628"/>
            <a:ext cx="982248" cy="98224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0889219-EC6C-E97B-A89E-030D6A49C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326" y="1487995"/>
            <a:ext cx="928530" cy="92852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F172F8B-31AA-B999-F599-5E17220C1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98" y="2998651"/>
            <a:ext cx="1659196" cy="57795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5175269-E4AE-AC0D-38E6-ADE93A8EC83C}"/>
              </a:ext>
            </a:extLst>
          </p:cNvPr>
          <p:cNvGrpSpPr/>
          <p:nvPr/>
        </p:nvGrpSpPr>
        <p:grpSpPr>
          <a:xfrm>
            <a:off x="1617243" y="2233759"/>
            <a:ext cx="2113016" cy="1704390"/>
            <a:chOff x="4887552" y="138577"/>
            <a:chExt cx="2476500" cy="1997581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3E26C51-39D5-C114-C902-0B67AE7A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9878" y="815686"/>
              <a:ext cx="938980" cy="938980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C6BFF17-B1B3-2452-5BD3-7D666BBBA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7551" y="800278"/>
              <a:ext cx="938980" cy="93898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30CE0E4-2FE5-432A-0573-E90FEA179D54}"/>
                </a:ext>
              </a:extLst>
            </p:cNvPr>
            <p:cNvSpPr txBox="1"/>
            <p:nvPr/>
          </p:nvSpPr>
          <p:spPr>
            <a:xfrm>
              <a:off x="5269193" y="1754666"/>
              <a:ext cx="736147" cy="360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home</a:t>
              </a:r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AB37707-0D6E-1E87-4363-110E98150744}"/>
                </a:ext>
              </a:extLst>
            </p:cNvPr>
            <p:cNvSpPr txBox="1"/>
            <p:nvPr/>
          </p:nvSpPr>
          <p:spPr>
            <a:xfrm>
              <a:off x="6451518" y="1754665"/>
              <a:ext cx="736145" cy="360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about</a:t>
              </a:r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213215B-6C57-31E1-3DF2-DF4FDC676B7F}"/>
                </a:ext>
              </a:extLst>
            </p:cNvPr>
            <p:cNvSpPr/>
            <p:nvPr/>
          </p:nvSpPr>
          <p:spPr>
            <a:xfrm>
              <a:off x="4887552" y="474998"/>
              <a:ext cx="2476500" cy="1661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3B49304-F486-5492-9B79-0FC47EB4FDF5}"/>
                </a:ext>
              </a:extLst>
            </p:cNvPr>
            <p:cNvSpPr txBox="1"/>
            <p:nvPr/>
          </p:nvSpPr>
          <p:spPr>
            <a:xfrm>
              <a:off x="5724032" y="138577"/>
              <a:ext cx="7781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main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03ABF48-2F38-9F9E-0D88-2D991ECEB83F}"/>
              </a:ext>
            </a:extLst>
          </p:cNvPr>
          <p:cNvGrpSpPr/>
          <p:nvPr/>
        </p:nvGrpSpPr>
        <p:grpSpPr>
          <a:xfrm>
            <a:off x="6075860" y="620469"/>
            <a:ext cx="1261868" cy="1688529"/>
            <a:chOff x="1990846" y="258942"/>
            <a:chExt cx="1517424" cy="2030493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DD7DFF9-37DE-0C5E-0452-2CA6E8187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7819" y="881961"/>
              <a:ext cx="938980" cy="938980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238F7C6-3324-23A1-D708-6819636498C7}"/>
                </a:ext>
              </a:extLst>
            </p:cNvPr>
            <p:cNvSpPr txBox="1"/>
            <p:nvPr/>
          </p:nvSpPr>
          <p:spPr>
            <a:xfrm>
              <a:off x="2092893" y="1836126"/>
              <a:ext cx="1315775" cy="37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filmyar_chat</a:t>
              </a:r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2AA43E9-3F78-E094-FF93-D69DB8015604}"/>
                </a:ext>
              </a:extLst>
            </p:cNvPr>
            <p:cNvSpPr/>
            <p:nvPr/>
          </p:nvSpPr>
          <p:spPr>
            <a:xfrm>
              <a:off x="1990846" y="628275"/>
              <a:ext cx="1517424" cy="1661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B4D2E6B-15AD-925A-5CE4-1310D76021C7}"/>
                </a:ext>
              </a:extLst>
            </p:cNvPr>
            <p:cNvSpPr txBox="1"/>
            <p:nvPr/>
          </p:nvSpPr>
          <p:spPr>
            <a:xfrm>
              <a:off x="2183954" y="258942"/>
              <a:ext cx="10267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filmyar</a:t>
              </a:r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1B78A60-763D-874A-7434-BFE10B60F3F5}"/>
              </a:ext>
            </a:extLst>
          </p:cNvPr>
          <p:cNvGrpSpPr/>
          <p:nvPr/>
        </p:nvGrpSpPr>
        <p:grpSpPr>
          <a:xfrm>
            <a:off x="1767211" y="405754"/>
            <a:ext cx="3897999" cy="1752429"/>
            <a:chOff x="354527" y="2541467"/>
            <a:chExt cx="4533025" cy="2037918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27814F7-FEEF-EBF2-FADB-54257AAA4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4954" y="3044007"/>
              <a:ext cx="938980" cy="93898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8A4DC32B-FA36-1B3E-E900-A304DCFFA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493" y="3254508"/>
              <a:ext cx="938980" cy="938980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61A5F0A-C0FE-0439-A662-D04EBDEA7E28}"/>
                </a:ext>
              </a:extLst>
            </p:cNvPr>
            <p:cNvSpPr txBox="1"/>
            <p:nvPr/>
          </p:nvSpPr>
          <p:spPr>
            <a:xfrm>
              <a:off x="354527" y="4182485"/>
              <a:ext cx="1767652" cy="357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Profile_personal</a:t>
              </a:r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04893AB-F1D6-2D6F-771A-FC3AB6BE126B}"/>
                </a:ext>
              </a:extLst>
            </p:cNvPr>
            <p:cNvSpPr txBox="1"/>
            <p:nvPr/>
          </p:nvSpPr>
          <p:spPr>
            <a:xfrm>
              <a:off x="1602779" y="3942944"/>
              <a:ext cx="1435653" cy="357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Profile_others</a:t>
              </a:r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B262742-6C68-20BB-F07E-B3C0C0260A55}"/>
                </a:ext>
              </a:extLst>
            </p:cNvPr>
            <p:cNvSpPr/>
            <p:nvPr/>
          </p:nvSpPr>
          <p:spPr>
            <a:xfrm>
              <a:off x="443449" y="2918225"/>
              <a:ext cx="4444103" cy="1661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23D41DD-8966-7CD3-8A84-BE64D6065824}"/>
                </a:ext>
              </a:extLst>
            </p:cNvPr>
            <p:cNvSpPr txBox="1"/>
            <p:nvPr/>
          </p:nvSpPr>
          <p:spPr>
            <a:xfrm>
              <a:off x="1993908" y="2541467"/>
              <a:ext cx="1343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account</a:t>
              </a: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3C5D6560-C352-7533-8C87-6095C43D9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4316" y="3270040"/>
              <a:ext cx="938980" cy="938980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9E5EA43-BB39-6826-DA35-2C3EED35CE6E}"/>
                </a:ext>
              </a:extLst>
            </p:cNvPr>
            <p:cNvSpPr txBox="1"/>
            <p:nvPr/>
          </p:nvSpPr>
          <p:spPr>
            <a:xfrm>
              <a:off x="3047878" y="4182485"/>
              <a:ext cx="849261" cy="357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login</a:t>
              </a:r>
              <a:endParaRPr lang="en-US" dirty="0"/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B5628B69-FDA9-8A4E-0929-14C5EE701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3012" y="3279315"/>
              <a:ext cx="938980" cy="938980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912BEEF-628F-5C30-3218-477C37942EE5}"/>
                </a:ext>
              </a:extLst>
            </p:cNvPr>
            <p:cNvSpPr txBox="1"/>
            <p:nvPr/>
          </p:nvSpPr>
          <p:spPr>
            <a:xfrm>
              <a:off x="3897140" y="4202261"/>
              <a:ext cx="874851" cy="357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register</a:t>
              </a:r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CE25CA-B456-F134-731C-33ACCAB7A80E}"/>
              </a:ext>
            </a:extLst>
          </p:cNvPr>
          <p:cNvGrpSpPr/>
          <p:nvPr/>
        </p:nvGrpSpPr>
        <p:grpSpPr>
          <a:xfrm>
            <a:off x="3966280" y="4699818"/>
            <a:ext cx="3980964" cy="1836786"/>
            <a:chOff x="4766447" y="4665830"/>
            <a:chExt cx="3980964" cy="1836786"/>
          </a:xfrm>
        </p:grpSpPr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59DCF7F3-7250-E220-A727-55B832D94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284" y="5273256"/>
              <a:ext cx="835336" cy="835336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E248AF25-12B3-5B22-5486-E5AD345A5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7708" y="5283771"/>
              <a:ext cx="835336" cy="835336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E5847A4-6500-394C-4066-85A0AE7A32FA}"/>
                </a:ext>
              </a:extLst>
            </p:cNvPr>
            <p:cNvSpPr txBox="1"/>
            <p:nvPr/>
          </p:nvSpPr>
          <p:spPr>
            <a:xfrm>
              <a:off x="4766447" y="6194839"/>
              <a:ext cx="1297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Movie-detail</a:t>
              </a:r>
              <a:endParaRPr 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3C0C5A1-76D7-C26F-2894-FBE058A8136F}"/>
                </a:ext>
              </a:extLst>
            </p:cNvPr>
            <p:cNvSpPr txBox="1"/>
            <p:nvPr/>
          </p:nvSpPr>
          <p:spPr>
            <a:xfrm>
              <a:off x="5719108" y="6033188"/>
              <a:ext cx="14309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Search-advanced</a:t>
              </a:r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E9DFFF0-CC03-927B-4D7C-A18EB9F53F09}"/>
                </a:ext>
              </a:extLst>
            </p:cNvPr>
            <p:cNvSpPr/>
            <p:nvPr/>
          </p:nvSpPr>
          <p:spPr>
            <a:xfrm>
              <a:off x="4771992" y="4994395"/>
              <a:ext cx="3971342" cy="147780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64E7289-3647-20F5-0646-C0EC5CFBC34B}"/>
                </a:ext>
              </a:extLst>
            </p:cNvPr>
            <p:cNvSpPr txBox="1"/>
            <p:nvPr/>
          </p:nvSpPr>
          <p:spPr>
            <a:xfrm>
              <a:off x="6316075" y="4665830"/>
              <a:ext cx="919240" cy="328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movies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B30854-61A2-416E-BFA3-BF2AB4B68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8111" y="5283771"/>
              <a:ext cx="835336" cy="83533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BAB34A-5A26-7E86-B010-C4701A9312E0}"/>
                </a:ext>
              </a:extLst>
            </p:cNvPr>
            <p:cNvSpPr txBox="1"/>
            <p:nvPr/>
          </p:nvSpPr>
          <p:spPr>
            <a:xfrm>
              <a:off x="6989257" y="6119107"/>
              <a:ext cx="996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genre_list</a:t>
              </a:r>
              <a:endParaRPr lang="en-US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99978C-548A-CEDF-50AE-C7ECE1A76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0159" y="5315072"/>
              <a:ext cx="835336" cy="83533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1F7908-BFCE-F4D0-C2A4-FFF805998E48}"/>
                </a:ext>
              </a:extLst>
            </p:cNvPr>
            <p:cNvSpPr txBox="1"/>
            <p:nvPr/>
          </p:nvSpPr>
          <p:spPr>
            <a:xfrm>
              <a:off x="8003959" y="6150408"/>
              <a:ext cx="743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genre</a:t>
              </a:r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BC8F98-A018-D303-5748-0D0BC2BA60DE}"/>
              </a:ext>
            </a:extLst>
          </p:cNvPr>
          <p:cNvGrpSpPr/>
          <p:nvPr/>
        </p:nvGrpSpPr>
        <p:grpSpPr>
          <a:xfrm>
            <a:off x="262549" y="4276313"/>
            <a:ext cx="3494838" cy="1825022"/>
            <a:chOff x="471336" y="4137649"/>
            <a:chExt cx="3494838" cy="1825022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42E15F5-6499-6EDC-6944-3A7A609CC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8567" y="4735917"/>
              <a:ext cx="853935" cy="853935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24E5E50-EBD5-B0C3-6115-1A61607A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325" y="4721905"/>
              <a:ext cx="853935" cy="853935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31D9055-050D-8BF5-93C1-A45CCC673F10}"/>
                </a:ext>
              </a:extLst>
            </p:cNvPr>
            <p:cNvSpPr txBox="1"/>
            <p:nvPr/>
          </p:nvSpPr>
          <p:spPr>
            <a:xfrm>
              <a:off x="471336" y="5589852"/>
              <a:ext cx="10303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Blog_detail</a:t>
              </a:r>
              <a:endParaRPr 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B261565-B896-7816-1012-D36C53794D31}"/>
                </a:ext>
              </a:extLst>
            </p:cNvPr>
            <p:cNvSpPr txBox="1"/>
            <p:nvPr/>
          </p:nvSpPr>
          <p:spPr>
            <a:xfrm>
              <a:off x="1690360" y="5589852"/>
              <a:ext cx="9621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Blog_list</a:t>
              </a:r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F3DD94D-A858-4612-37D3-E902BEE29E9D}"/>
                </a:ext>
              </a:extLst>
            </p:cNvPr>
            <p:cNvSpPr/>
            <p:nvPr/>
          </p:nvSpPr>
          <p:spPr>
            <a:xfrm>
              <a:off x="523251" y="4451965"/>
              <a:ext cx="3334031" cy="15107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83928FB-2EC6-EA60-EA93-918A4CE3EF8F}"/>
                </a:ext>
              </a:extLst>
            </p:cNvPr>
            <p:cNvSpPr txBox="1"/>
            <p:nvPr/>
          </p:nvSpPr>
          <p:spPr>
            <a:xfrm>
              <a:off x="1803743" y="4137649"/>
              <a:ext cx="707647" cy="335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blog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5435091-D124-3AE8-DE6E-B4370F5F8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6992" y="4761796"/>
              <a:ext cx="853935" cy="85393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267E5C-D092-3906-C7E7-11ED5DB4633E}"/>
                </a:ext>
              </a:extLst>
            </p:cNvPr>
            <p:cNvSpPr txBox="1"/>
            <p:nvPr/>
          </p:nvSpPr>
          <p:spPr>
            <a:xfrm>
              <a:off x="2785699" y="5579452"/>
              <a:ext cx="1180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Blog_create</a:t>
              </a:r>
              <a:endParaRPr lang="en-US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403119A-2ED8-BA32-BDC0-A199308C30D5}"/>
              </a:ext>
            </a:extLst>
          </p:cNvPr>
          <p:cNvGrpSpPr/>
          <p:nvPr/>
        </p:nvGrpSpPr>
        <p:grpSpPr>
          <a:xfrm>
            <a:off x="8345676" y="4426469"/>
            <a:ext cx="2917411" cy="1609824"/>
            <a:chOff x="8889561" y="4707544"/>
            <a:chExt cx="2917411" cy="160982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E3E099A-62B0-B172-2030-D607C5212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7904" y="5387919"/>
              <a:ext cx="839068" cy="83906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6E0CBBC-B491-9FF2-7DEB-0E96619EC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1182" y="5244868"/>
              <a:ext cx="909007" cy="909007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AD34474-6ED4-D4D2-D430-3EC995C962E6}"/>
                </a:ext>
              </a:extLst>
            </p:cNvPr>
            <p:cNvSpPr/>
            <p:nvPr/>
          </p:nvSpPr>
          <p:spPr>
            <a:xfrm>
              <a:off x="8889561" y="5102276"/>
              <a:ext cx="2900684" cy="1215092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702F362-A72B-D768-5650-EC5F4E36C089}"/>
                </a:ext>
              </a:extLst>
            </p:cNvPr>
            <p:cNvSpPr txBox="1"/>
            <p:nvPr/>
          </p:nvSpPr>
          <p:spPr>
            <a:xfrm>
              <a:off x="9851799" y="4707544"/>
              <a:ext cx="682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static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B3CCAAC-46C5-D20F-4FE3-14D18651B13F}"/>
                </a:ext>
              </a:extLst>
            </p:cNvPr>
            <p:cNvGrpSpPr/>
            <p:nvPr/>
          </p:nvGrpSpPr>
          <p:grpSpPr>
            <a:xfrm>
              <a:off x="8968211" y="5225581"/>
              <a:ext cx="1150284" cy="994777"/>
              <a:chOff x="8968854" y="5279469"/>
              <a:chExt cx="1150284" cy="994777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2CEF7C4-E12C-797B-1116-7A7A2F901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68854" y="5279469"/>
                <a:ext cx="1150284" cy="994777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93E6AD2-0CAF-D04C-D69B-8F84170E94A3}"/>
                  </a:ext>
                </a:extLst>
              </p:cNvPr>
              <p:cNvSpPr txBox="1"/>
              <p:nvPr/>
            </p:nvSpPr>
            <p:spPr>
              <a:xfrm>
                <a:off x="9183448" y="5742154"/>
                <a:ext cx="7210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posters</a:t>
                </a:r>
              </a:p>
            </p:txBody>
          </p:sp>
        </p:grpSp>
      </p:grp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5B72DD6-85AF-1CD4-12B5-32580BCDC00E}"/>
              </a:ext>
            </a:extLst>
          </p:cNvPr>
          <p:cNvCxnSpPr>
            <a:stCxn id="5" idx="1"/>
          </p:cNvCxnSpPr>
          <p:nvPr/>
        </p:nvCxnSpPr>
        <p:spPr>
          <a:xfrm rot="10800000">
            <a:off x="6882581" y="3287629"/>
            <a:ext cx="1204182" cy="49112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69DDCE6-301C-A5CE-0678-15F7EB82B333}"/>
              </a:ext>
            </a:extLst>
          </p:cNvPr>
          <p:cNvCxnSpPr>
            <a:cxnSpLocks/>
            <a:stCxn id="39" idx="1"/>
          </p:cNvCxnSpPr>
          <p:nvPr/>
        </p:nvCxnSpPr>
        <p:spPr>
          <a:xfrm rot="10800000" flipV="1">
            <a:off x="6882582" y="1952259"/>
            <a:ext cx="1541745" cy="122784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D43E8863-867F-F832-D904-7A5AF4C401EA}"/>
              </a:ext>
            </a:extLst>
          </p:cNvPr>
          <p:cNvCxnSpPr>
            <a:stCxn id="80" idx="2"/>
            <a:endCxn id="43" idx="0"/>
          </p:cNvCxnSpPr>
          <p:nvPr/>
        </p:nvCxnSpPr>
        <p:spPr>
          <a:xfrm rot="5400000">
            <a:off x="5947169" y="2239025"/>
            <a:ext cx="689653" cy="82959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5F598818-4A76-8702-333E-770A2E685D1A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>
            <a:off x="5995010" y="3651145"/>
            <a:ext cx="3312904" cy="959991"/>
          </a:xfrm>
          <a:prstGeom prst="bentConnector3">
            <a:avLst>
              <a:gd name="adj1" fmla="val 5782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DDF6395-2CC6-CC21-A9A7-2CE1D04C9558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5975528" y="3698240"/>
            <a:ext cx="0" cy="1001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B44A22DD-C20D-D497-0E63-EBCC4978BE44}"/>
              </a:ext>
            </a:extLst>
          </p:cNvPr>
          <p:cNvCxnSpPr>
            <a:stCxn id="93" idx="3"/>
          </p:cNvCxnSpPr>
          <p:nvPr/>
        </p:nvCxnSpPr>
        <p:spPr>
          <a:xfrm flipV="1">
            <a:off x="2302603" y="3651145"/>
            <a:ext cx="3574593" cy="79310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B279884F-3221-3F32-FD2E-F451B23876E3}"/>
              </a:ext>
            </a:extLst>
          </p:cNvPr>
          <p:cNvCxnSpPr>
            <a:stCxn id="56" idx="3"/>
          </p:cNvCxnSpPr>
          <p:nvPr/>
        </p:nvCxnSpPr>
        <p:spPr>
          <a:xfrm flipV="1">
            <a:off x="3730259" y="3229475"/>
            <a:ext cx="1188682" cy="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EE0EB3A8-18CD-2128-1364-B130289A66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28783" y="2265477"/>
            <a:ext cx="988264" cy="80769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85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57966-06CD-9C8C-4E7C-04ABC43C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Movie model	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85FD-28CB-D507-E101-0A02978F5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93595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Title </a:t>
            </a:r>
            <a:r>
              <a:rPr lang="en-US" dirty="0">
                <a:sym typeface="Wingdings" panose="05000000000000000000" pitchFamily="2" charset="2"/>
              </a:rPr>
              <a:t> the name of the movie </a:t>
            </a:r>
            <a:endParaRPr lang="en-US" dirty="0"/>
          </a:p>
          <a:p>
            <a:r>
              <a:rPr lang="en-US" dirty="0"/>
              <a:t>Poster </a:t>
            </a:r>
            <a:r>
              <a:rPr lang="en-US" dirty="0">
                <a:sym typeface="Wingdings" panose="05000000000000000000" pitchFamily="2" charset="2"/>
              </a:rPr>
              <a:t> the poster of the movie will upload to the “static/posters/”</a:t>
            </a:r>
            <a:endParaRPr lang="en-US" dirty="0"/>
          </a:p>
          <a:p>
            <a:r>
              <a:rPr lang="en-US" dirty="0"/>
              <a:t>Summary </a:t>
            </a:r>
            <a:r>
              <a:rPr lang="en-US" dirty="0">
                <a:sym typeface="Wingdings" panose="05000000000000000000" pitchFamily="2" charset="2"/>
              </a:rPr>
              <a:t> a text field for a paragraph of summary</a:t>
            </a:r>
            <a:endParaRPr lang="en-US" dirty="0"/>
          </a:p>
          <a:p>
            <a:r>
              <a:rPr lang="en-US" dirty="0"/>
              <a:t>Rate </a:t>
            </a:r>
            <a:r>
              <a:rPr lang="en-US" dirty="0">
                <a:sym typeface="Wingdings" panose="05000000000000000000" pitchFamily="2" charset="2"/>
              </a:rPr>
              <a:t> the rate of the movie.</a:t>
            </a:r>
            <a:endParaRPr lang="en-US" dirty="0"/>
          </a:p>
          <a:p>
            <a:r>
              <a:rPr lang="en-US" dirty="0"/>
              <a:t>Director </a:t>
            </a:r>
            <a:r>
              <a:rPr lang="en-US" dirty="0">
                <a:sym typeface="Wingdings" panose="05000000000000000000" pitchFamily="2" charset="2"/>
              </a:rPr>
              <a:t> comes from the People class</a:t>
            </a:r>
            <a:endParaRPr lang="en-US" dirty="0"/>
          </a:p>
          <a:p>
            <a:r>
              <a:rPr lang="en-US" dirty="0"/>
              <a:t>Actors </a:t>
            </a:r>
            <a:r>
              <a:rPr lang="en-US" dirty="0">
                <a:sym typeface="Wingdings" panose="05000000000000000000" pitchFamily="2" charset="2"/>
              </a:rPr>
              <a:t> also comes from the People class</a:t>
            </a:r>
            <a:endParaRPr lang="en-US" dirty="0"/>
          </a:p>
          <a:p>
            <a:r>
              <a:rPr lang="en-US" dirty="0"/>
              <a:t>Release year </a:t>
            </a:r>
            <a:r>
              <a:rPr lang="en-US" dirty="0">
                <a:sym typeface="Wingdings" panose="05000000000000000000" pitchFamily="2" charset="2"/>
              </a:rPr>
              <a:t> It’s data field</a:t>
            </a:r>
            <a:endParaRPr lang="en-US" dirty="0"/>
          </a:p>
          <a:p>
            <a:r>
              <a:rPr lang="en-US" dirty="0"/>
              <a:t>Country </a:t>
            </a:r>
            <a:r>
              <a:rPr lang="en-US" dirty="0">
                <a:sym typeface="Wingdings" panose="05000000000000000000" pitchFamily="2" charset="2"/>
              </a:rPr>
              <a:t> has its own class</a:t>
            </a:r>
            <a:endParaRPr lang="en-US" dirty="0"/>
          </a:p>
          <a:p>
            <a:r>
              <a:rPr lang="en-US" dirty="0"/>
              <a:t>Platform </a:t>
            </a:r>
            <a:r>
              <a:rPr lang="en-US" dirty="0">
                <a:sym typeface="Wingdings" panose="05000000000000000000" pitchFamily="2" charset="2"/>
              </a:rPr>
              <a:t> has its own class</a:t>
            </a:r>
            <a:endParaRPr lang="en-US" dirty="0"/>
          </a:p>
          <a:p>
            <a:r>
              <a:rPr lang="en-US" dirty="0"/>
              <a:t>Similar movies </a:t>
            </a:r>
            <a:r>
              <a:rPr lang="en-US" dirty="0">
                <a:sym typeface="Wingdings" panose="05000000000000000000" pitchFamily="2" charset="2"/>
              </a:rPr>
              <a:t> comes from the Movie class itself</a:t>
            </a:r>
            <a:endParaRPr lang="en-US" dirty="0"/>
          </a:p>
          <a:p>
            <a:r>
              <a:rPr lang="en-US" dirty="0"/>
              <a:t>Genre </a:t>
            </a:r>
            <a:r>
              <a:rPr lang="en-US" dirty="0">
                <a:sym typeface="Wingdings" panose="05000000000000000000" pitchFamily="2" charset="2"/>
              </a:rPr>
              <a:t> has its own class </a:t>
            </a:r>
            <a:endParaRPr lang="en-US" dirty="0"/>
          </a:p>
          <a:p>
            <a:r>
              <a:rPr lang="en-US" dirty="0"/>
              <a:t>Section tag </a:t>
            </a:r>
            <a:r>
              <a:rPr lang="en-US" dirty="0">
                <a:sym typeface="Wingdings" panose="05000000000000000000" pitchFamily="2" charset="2"/>
              </a:rPr>
              <a:t> this field is in the </a:t>
            </a:r>
            <a:r>
              <a:rPr lang="en-US" dirty="0" err="1">
                <a:sym typeface="Wingdings" panose="05000000000000000000" pitchFamily="2" charset="2"/>
              </a:rPr>
              <a:t>FeaturedSection</a:t>
            </a:r>
            <a:r>
              <a:rPr lang="en-US" dirty="0">
                <a:sym typeface="Wingdings" panose="05000000000000000000" pitchFamily="2" charset="2"/>
              </a:rPr>
              <a:t> class not in movie model. (top ten) or (collections)</a:t>
            </a:r>
          </a:p>
          <a:p>
            <a:r>
              <a:rPr lang="en-US" dirty="0">
                <a:sym typeface="Wingdings" panose="05000000000000000000" pitchFamily="2" charset="2"/>
              </a:rPr>
              <a:t>Slug  for more user-friendly URL and better with SEO.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691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166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Theme</vt:lpstr>
      <vt:lpstr>PowerPoint Presentation</vt:lpstr>
      <vt:lpstr>Movie model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zahra ebrahimi</dc:creator>
  <cp:lastModifiedBy>zahra ebrahimi</cp:lastModifiedBy>
  <cp:revision>2</cp:revision>
  <dcterms:created xsi:type="dcterms:W3CDTF">2025-11-24T08:58:09Z</dcterms:created>
  <dcterms:modified xsi:type="dcterms:W3CDTF">2025-11-25T07:17:29Z</dcterms:modified>
</cp:coreProperties>
</file>